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Spam Mail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Internship Project</a:t>
            </a:r>
          </a:p>
          <a:p>
            <a:pPr algn="ctr">
              <a:defRPr sz="2000"/>
            </a:pPr>
            <a:r>
              <a:t>Name: Krish Gupta</a:t>
            </a:r>
          </a:p>
          <a:p>
            <a:pPr algn="ctr">
              <a:defRPr sz="2000"/>
            </a:pPr>
            <a:r>
              <a:t>Company: Naviotech Solution Pvt. Ltd.</a:t>
            </a:r>
          </a:p>
          <a:p>
            <a:pPr algn="ctr">
              <a:defRPr sz="2000"/>
            </a:pPr>
            <a:r>
              <a:t>Date: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Spam mails are unwanted or suspicious messages.</a:t>
            </a:r>
          </a:p>
          <a:p>
            <a:pPr>
              <a:defRPr sz="1800"/>
            </a:pPr>
            <a:r>
              <a:t>• Ham mails are genuine messages.</a:t>
            </a:r>
          </a:p>
          <a:p>
            <a:pPr>
              <a:defRPr sz="1800"/>
            </a:pPr>
            <a:r>
              <a:t>• Spam detection helps in filtering unwanted emails automatically.</a:t>
            </a:r>
          </a:p>
          <a:p>
            <a:pPr>
              <a:defRPr sz="1800"/>
            </a:pPr>
            <a:r>
              <a:t>• This project uses Machine Learning to classify mails.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 build a machine learning model that can classify emails/messages as:</a:t>
            </a:r>
          </a:p>
          <a:p>
            <a:pPr>
              <a:defRPr sz="1800"/>
            </a:pPr>
            <a:r>
              <a:t>• Spam (0)</a:t>
            </a:r>
          </a:p>
          <a:p>
            <a:pPr>
              <a:defRPr sz="1800"/>
            </a:pPr>
            <a:r>
              <a:t>• Ham (1)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Based on the message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To develop a spam mail detection model.</a:t>
            </a:r>
          </a:p>
          <a:p>
            <a:pPr>
              <a:defRPr sz="1800"/>
            </a:pPr>
            <a:r>
              <a:t>• To preprocess and clean text dataset.</a:t>
            </a:r>
          </a:p>
          <a:p>
            <a:pPr>
              <a:defRPr sz="1800"/>
            </a:pPr>
            <a:r>
              <a:t>• To convert text into numerical features.</a:t>
            </a:r>
          </a:p>
          <a:p>
            <a:pPr>
              <a:defRPr sz="1800"/>
            </a:pPr>
            <a:r>
              <a:t>• To train and test the ML model.</a:t>
            </a:r>
          </a:p>
          <a:p>
            <a:pPr>
              <a:defRPr sz="1800"/>
            </a:pPr>
            <a:r>
              <a:t>• To predict new messages as spam or ham.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 used: mail_data.csv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Columns:</a:t>
            </a:r>
          </a:p>
          <a:p>
            <a:pPr>
              <a:defRPr sz="1800"/>
            </a:pPr>
            <a:r>
              <a:t>• Category (spam / ham)</a:t>
            </a:r>
          </a:p>
          <a:p>
            <a:pPr>
              <a:defRPr sz="1800"/>
            </a:pPr>
            <a:r>
              <a:t>• Message (email text)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Type:</a:t>
            </a:r>
          </a:p>
          <a:p>
            <a:pPr>
              <a:defRPr sz="1800"/>
            </a:pPr>
            <a:r>
              <a:t>• Text dataset</a:t>
            </a:r>
          </a:p>
          <a:p>
            <a:pPr>
              <a:defRPr sz="1800"/>
            </a:pPr>
            <a:r>
              <a:t>• Binary classification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Steps performed:</a:t>
            </a:r>
          </a:p>
          <a:p>
            <a:pPr>
              <a:defRPr sz="1800"/>
            </a:pPr>
            <a:r>
              <a:t>• Removed missing values</a:t>
            </a:r>
          </a:p>
          <a:p>
            <a:pPr>
              <a:defRPr sz="1800"/>
            </a:pPr>
            <a:r>
              <a:t>• Converted labels:</a:t>
            </a:r>
          </a:p>
          <a:p>
            <a:pPr>
              <a:defRPr sz="1800"/>
            </a:pPr>
            <a:r>
              <a:t>   - spam → 0</a:t>
            </a:r>
          </a:p>
          <a:p>
            <a:pPr>
              <a:defRPr sz="1800"/>
            </a:pPr>
            <a:r>
              <a:t>   - ham → 1</a:t>
            </a:r>
          </a:p>
          <a:p>
            <a:pPr>
              <a:defRPr sz="1800"/>
            </a:pPr>
            <a:r>
              <a:t>• Split dataset into training and testing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Reason:</a:t>
            </a:r>
          </a:p>
          <a:p>
            <a:pPr>
              <a:defRPr sz="1800"/>
            </a:pPr>
            <a:r>
              <a:t>• ML models require clean and numeric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 (TF-IDF)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Text data cannot be directly given to ML models.</a:t>
            </a:r>
          </a:p>
          <a:p>
            <a:pPr>
              <a:defRPr sz="1800"/>
            </a:pPr>
            <a:r>
              <a:t>• TF-IDF converts text into numerical vectors.</a:t>
            </a:r>
          </a:p>
          <a:p>
            <a:pPr>
              <a:defRPr sz="1800"/>
            </a:pPr>
            <a:r>
              <a:t>• It gives importance to meaningful words and reduces impact of common words.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Tool used:</a:t>
            </a:r>
          </a:p>
          <a:p>
            <a:pPr>
              <a:defRPr sz="1800"/>
            </a:pPr>
            <a:r>
              <a:t>• TF-IDF Vectorizer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used:</a:t>
            </a:r>
          </a:p>
          <a:p>
            <a:pPr>
              <a:defRPr sz="1800"/>
            </a:pPr>
            <a:r>
              <a:t>• Logistic Regression (or Naive Bayes)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Reason:</a:t>
            </a:r>
          </a:p>
          <a:p>
            <a:pPr>
              <a:defRPr sz="1800"/>
            </a:pPr>
            <a:r>
              <a:t>• Works well for binary classification</a:t>
            </a:r>
          </a:p>
          <a:p>
            <a:pPr>
              <a:defRPr sz="1800"/>
            </a:pPr>
            <a:r>
              <a:t>• Fast and accurate for text-based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Evaluation method:</a:t>
            </a:r>
          </a:p>
          <a:p>
            <a:pPr>
              <a:defRPr sz="1800"/>
            </a:pPr>
            <a:r>
              <a:t>• Accuracy Score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• Training Accuracy: 96%</a:t>
            </a:r>
          </a:p>
          <a:p>
            <a:pPr>
              <a:defRPr sz="1800"/>
            </a:pPr>
            <a:r>
              <a:t>• Testing Accuracy: 96%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Conclusion:</a:t>
            </a:r>
          </a:p>
          <a:p>
            <a:pPr>
              <a:defRPr sz="1800"/>
            </a:pPr>
            <a:r>
              <a:t>• The model performs well in detecting spam messages.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Conclusion:</a:t>
            </a:r>
          </a:p>
          <a:p>
            <a:pPr>
              <a:defRPr sz="1800"/>
            </a:pPr>
            <a:r>
              <a:t>• Successfully built a Spam Mail Prediction system.</a:t>
            </a:r>
          </a:p>
          <a:p>
            <a:pPr>
              <a:defRPr sz="1800"/>
            </a:pPr>
            <a:r>
              <a:t>• The model can classify messages into Spam or Ham.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 Scope:</a:t>
            </a:r>
          </a:p>
          <a:p>
            <a:pPr>
              <a:defRPr sz="1800"/>
            </a:pPr>
            <a:r>
              <a:t>• Deploy as a web app (Flask/Streamlit)</a:t>
            </a:r>
          </a:p>
          <a:p>
            <a:pPr>
              <a:defRPr sz="1800"/>
            </a:pPr>
            <a:r>
              <a:t>• Improve accuracy using Deep Learning models</a:t>
            </a:r>
          </a:p>
          <a:p>
            <a:pPr>
              <a:defRPr sz="1800"/>
            </a:pPr>
            <a:r>
              <a:t>• Add confusion matrix and detailed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